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Gelasio"/>
      <p:regular r:id="rId201314"/>
    </p:embeddedFont>
    <p:embeddedFont>
      <p:font typeface="Gelasio SemiBold"/>
      <p:regular r:id="rId201315"/>
    </p:embeddedFont>
    <p:embeddedFont>
      <p:font typeface="Gelasio Bold"/>
      <p:regular r:id="rId201316"/>
    </p:embeddedFont>
    <p:embeddedFont>
      <p:font typeface="Gelasio Medium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2.png"/><Relationship Id="rId5" Type="http://schemas.openxmlformats.org/officeDocument/2006/relationships/image" Target="../media/image-9-3.svg"/><Relationship Id="rId6" Type="http://schemas.openxmlformats.org/officeDocument/2006/relationships/image" Target="../media/image-9-2.png"/><Relationship Id="rId7" Type="http://schemas.openxmlformats.org/officeDocument/2006/relationships/image" Target="../media/image-9-3.svg"/><Relationship Id="rId8" Type="http://schemas.openxmlformats.org/officeDocument/2006/relationships/image" Target="../media/image-9-2.png"/><Relationship Id="rId9" Type="http://schemas.openxmlformats.org/officeDocument/2006/relationships/image" Target="../media/image-9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36588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Capstone Project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2292176"/>
            <a:ext cx="2121843" cy="215354"/>
          </a:xfrm>
          <a:prstGeom prst="roundRect">
            <a:avLst>
              <a:gd name="adj" fmla="val 7900"/>
            </a:avLst>
          </a:prstGeom>
          <a:solidFill>
            <a:srgbClr val="33221A"/>
          </a:solidFill>
          <a:ln/>
        </p:spPr>
      </p:sp>
      <p:sp>
        <p:nvSpPr>
          <p:cNvPr id="5" name="Text 2"/>
          <p:cNvSpPr/>
          <p:nvPr/>
        </p:nvSpPr>
        <p:spPr>
          <a:xfrm>
            <a:off x="581174" y="2334667"/>
            <a:ext cx="240893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APEXPLANET SOFTWARE PVT. LTD.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2688803" y="2292176"/>
            <a:ext cx="1284015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C49F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73859" y="2334667"/>
            <a:ext cx="1571104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C49F8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INTERNSHIP TASK 5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96119" y="2667000"/>
            <a:ext cx="4722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[STUDENT NAME:AKSHITHA BODANAPU] ·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[COLLEGE NAME:SRI SAI INSTITUTE OF TECHNOLOGY AND SCIENCE] ·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1332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Project Overview</a:t>
            </a:r>
            <a:endParaRPr lang="en-US" sz="2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82613"/>
            <a:ext cx="5190753" cy="29413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99708" y="1096938"/>
            <a:ext cx="265286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999708" y="1406649"/>
            <a:ext cx="2652861" cy="954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 full-stack web application designed to solve a real-world problem, built during the ApexPlanet internship program. The project integrates front-end and back-end technologies into a cohesive, production-ready solution.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999708" y="2473821"/>
            <a:ext cx="265286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99708" y="2783532"/>
            <a:ext cx="2652861" cy="1033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Deliver a functional, user-centric application</a:t>
            </a:r>
            <a:endParaRPr lang="en-US" sz="950" dirty="0"/>
          </a:p>
          <a:p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Apply industry best practices in software development</a:t>
            </a:r>
            <a:endParaRPr lang="en-US" sz="950" dirty="0"/>
          </a:p>
          <a:p>
            <a:pPr algn="l" marL="193040" indent="-193040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Demonstrate end-to-end project ownership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99708" y="3929286"/>
            <a:ext cx="265286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Technologies Used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99708" y="4238997"/>
            <a:ext cx="2652861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Python · HTML · CSS · JavaScript · GitHub · VS Code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2534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Problem Statement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68772"/>
            <a:ext cx="5194622" cy="29435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92713" y="1034876"/>
            <a:ext cx="265993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Challenge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992713" y="1329854"/>
            <a:ext cx="2659931" cy="9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Many small-to-medium businesses lack affordable, accessible tools to manage their day-to-day operations efficiently. Existing solutions are either too complex or too expensive for everyday use.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992713" y="2340471"/>
            <a:ext cx="265993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992713" y="2635448"/>
            <a:ext cx="2659931" cy="9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Without a streamlined system, teams lose productivity to manual processes, data inconsistencies, and communication gaps — directly impacting growth and customer satisfaction.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992713" y="3659163"/>
            <a:ext cx="2659931" cy="974080"/>
          </a:xfrm>
          <a:prstGeom prst="roundRect">
            <a:avLst>
              <a:gd name="adj" fmla="val 1876"/>
            </a:avLst>
          </a:prstGeom>
          <a:solidFill>
            <a:srgbClr val="54392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4529" y="3828604"/>
            <a:ext cx="152251" cy="1218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88596" y="3783806"/>
            <a:ext cx="2142232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Expected Outcome: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 lightweight, intuitive application that simplifies core workflows and reduces operational overhead.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390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Tools &amp; Technologies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160413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621110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Python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1927622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Back-end logic, data processing, and API integration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160413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0553" y="1621110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HTML &amp; CSS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60553" y="1927622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Responsive, semantic structure with modern styling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437954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2898651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JavaScript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96119" y="3205163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Dynamic interactivity and client-side behavior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2437954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60553" y="2898651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GitHub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660553" y="3205163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Version control, collaboration, and code reviews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715494"/>
            <a:ext cx="283518" cy="2835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6119" y="4176192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VS Code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496119" y="4482703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Primary IDE with extensions for productivity</a:t>
            </a:r>
            <a:endParaRPr lang="en-US" sz="11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60553" y="3715494"/>
            <a:ext cx="283518" cy="28351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660553" y="4176192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Additional Tools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4660553" y="4482703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Git, Browser DevTools, and testing frameworks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4033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Project Features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366838"/>
            <a:ext cx="2622724" cy="1610692"/>
          </a:xfrm>
          <a:prstGeom prst="roundRect">
            <a:avLst>
              <a:gd name="adj" fmla="val 1320"/>
            </a:avLst>
          </a:prstGeom>
          <a:solidFill>
            <a:srgbClr val="373433"/>
          </a:solidFill>
          <a:ln/>
        </p:spPr>
      </p:sp>
      <p:sp>
        <p:nvSpPr>
          <p:cNvPr id="4" name="Shape 2"/>
          <p:cNvSpPr/>
          <p:nvPr/>
        </p:nvSpPr>
        <p:spPr>
          <a:xfrm>
            <a:off x="637877" y="1508596"/>
            <a:ext cx="425276" cy="425276"/>
          </a:xfrm>
          <a:prstGeom prst="ellipse">
            <a:avLst/>
          </a:prstGeom>
          <a:solidFill>
            <a:srgbClr val="C49F8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4856" y="1625501"/>
            <a:ext cx="191319" cy="191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7877" y="2075631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User-Friendly Interface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7877" y="2382143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Intuitive navigation designed for users of all skill levels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60601" y="1366838"/>
            <a:ext cx="2622724" cy="1610692"/>
          </a:xfrm>
          <a:prstGeom prst="roundRect">
            <a:avLst>
              <a:gd name="adj" fmla="val 1320"/>
            </a:avLst>
          </a:prstGeom>
          <a:solidFill>
            <a:srgbClr val="373433"/>
          </a:solidFill>
          <a:ln/>
        </p:spPr>
      </p:sp>
      <p:sp>
        <p:nvSpPr>
          <p:cNvPr id="9" name="Shape 6"/>
          <p:cNvSpPr/>
          <p:nvPr/>
        </p:nvSpPr>
        <p:spPr>
          <a:xfrm>
            <a:off x="3402360" y="1508596"/>
            <a:ext cx="425276" cy="425276"/>
          </a:xfrm>
          <a:prstGeom prst="ellipse">
            <a:avLst/>
          </a:prstGeom>
          <a:solidFill>
            <a:srgbClr val="C49F8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9339" y="1625501"/>
            <a:ext cx="191319" cy="191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02360" y="2075631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Responsive Design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02360" y="2382143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Seamless experience across desktop, tablet, and mobile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25083" y="1366838"/>
            <a:ext cx="2622724" cy="1610692"/>
          </a:xfrm>
          <a:prstGeom prst="roundRect">
            <a:avLst>
              <a:gd name="adj" fmla="val 1320"/>
            </a:avLst>
          </a:prstGeom>
          <a:solidFill>
            <a:srgbClr val="373433"/>
          </a:solidFill>
          <a:ln/>
        </p:spPr>
      </p:sp>
      <p:sp>
        <p:nvSpPr>
          <p:cNvPr id="14" name="Shape 10"/>
          <p:cNvSpPr/>
          <p:nvPr/>
        </p:nvSpPr>
        <p:spPr>
          <a:xfrm>
            <a:off x="6166842" y="1508596"/>
            <a:ext cx="425276" cy="425276"/>
          </a:xfrm>
          <a:prstGeom prst="ellipse">
            <a:avLst/>
          </a:prstGeom>
          <a:solidFill>
            <a:srgbClr val="C49F8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3821" y="1625501"/>
            <a:ext cx="191319" cy="1913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66842" y="2075631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Core Functionalities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166842" y="2382143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Feature-complete implementation of all project requirements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96119" y="3119289"/>
            <a:ext cx="4004965" cy="1383878"/>
          </a:xfrm>
          <a:prstGeom prst="roundRect">
            <a:avLst>
              <a:gd name="adj" fmla="val 1537"/>
            </a:avLst>
          </a:prstGeom>
          <a:solidFill>
            <a:srgbClr val="373433"/>
          </a:solidFill>
          <a:ln/>
        </p:spPr>
      </p:sp>
      <p:sp>
        <p:nvSpPr>
          <p:cNvPr id="19" name="Shape 14"/>
          <p:cNvSpPr/>
          <p:nvPr/>
        </p:nvSpPr>
        <p:spPr>
          <a:xfrm>
            <a:off x="637877" y="3261047"/>
            <a:ext cx="425276" cy="425276"/>
          </a:xfrm>
          <a:prstGeom prst="ellipse">
            <a:avLst/>
          </a:prstGeom>
          <a:solidFill>
            <a:srgbClr val="C49F8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4856" y="3377952"/>
            <a:ext cx="191319" cy="19131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7877" y="3828083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Error Handling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37877" y="4134594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Graceful fallbacks and clear user feedback on failures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642842" y="3119289"/>
            <a:ext cx="4004965" cy="1383878"/>
          </a:xfrm>
          <a:prstGeom prst="roundRect">
            <a:avLst>
              <a:gd name="adj" fmla="val 1537"/>
            </a:avLst>
          </a:prstGeom>
          <a:solidFill>
            <a:srgbClr val="373433"/>
          </a:solidFill>
          <a:ln/>
        </p:spPr>
      </p:sp>
      <p:sp>
        <p:nvSpPr>
          <p:cNvPr id="24" name="Shape 18"/>
          <p:cNvSpPr/>
          <p:nvPr/>
        </p:nvSpPr>
        <p:spPr>
          <a:xfrm>
            <a:off x="4784601" y="3261047"/>
            <a:ext cx="425276" cy="425276"/>
          </a:xfrm>
          <a:prstGeom prst="ellipse">
            <a:avLst/>
          </a:prstGeom>
          <a:solidFill>
            <a:srgbClr val="C49F8C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01580" y="3377952"/>
            <a:ext cx="191319" cy="19131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784601" y="3828083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Clean Code Structure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4784601" y="4134594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Modular, readable, and well-documented codebase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8579"/>
            <a:ext cx="8151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Project Workflow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96119" y="979884"/>
            <a:ext cx="8151763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project followed a structured development lifecycle — from initial planning through deployment and ongoing maintenance — ensuring quality at every stage.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32545"/>
            <a:ext cx="4075881" cy="46955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3470" y="1999283"/>
            <a:ext cx="384117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Planning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13470" y="2240979"/>
            <a:ext cx="384117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Requirements gathering and scope definition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432545"/>
            <a:ext cx="4075881" cy="46955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89351" y="1999283"/>
            <a:ext cx="384117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Design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689351" y="2240979"/>
            <a:ext cx="384117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UI/UX wireframes and architecture planning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530004"/>
            <a:ext cx="4075881" cy="46955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3470" y="3096741"/>
            <a:ext cx="384117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Development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613470" y="3338438"/>
            <a:ext cx="384117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Front-end and back-end implementation</a:t>
            </a:r>
            <a:endParaRPr lang="en-US" sz="9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530004"/>
            <a:ext cx="4075881" cy="46955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89351" y="3096741"/>
            <a:ext cx="384117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Testing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4689351" y="3338438"/>
            <a:ext cx="384117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Unit tests, integration tests, and QA</a:t>
            </a:r>
            <a:endParaRPr lang="en-US" sz="9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3627462"/>
            <a:ext cx="4075881" cy="46955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13470" y="4194200"/>
            <a:ext cx="384117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Deployment</a:t>
            </a:r>
            <a:endParaRPr lang="en-US" sz="1150" dirty="0"/>
          </a:p>
        </p:txBody>
      </p:sp>
      <p:sp>
        <p:nvSpPr>
          <p:cNvPr id="18" name="Text 11"/>
          <p:cNvSpPr/>
          <p:nvPr/>
        </p:nvSpPr>
        <p:spPr>
          <a:xfrm>
            <a:off x="613470" y="4435897"/>
            <a:ext cx="384117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Live environment setup and launch</a:t>
            </a:r>
            <a:endParaRPr lang="en-US" sz="9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627462"/>
            <a:ext cx="4075881" cy="46955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689351" y="4194200"/>
            <a:ext cx="384117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Maintenance</a:t>
            </a:r>
            <a:endParaRPr lang="en-US" sz="1150" dirty="0"/>
          </a:p>
        </p:txBody>
      </p:sp>
      <p:sp>
        <p:nvSpPr>
          <p:cNvPr id="21" name="Text 13"/>
          <p:cNvSpPr/>
          <p:nvPr/>
        </p:nvSpPr>
        <p:spPr>
          <a:xfrm>
            <a:off x="4689351" y="4435897"/>
            <a:ext cx="384117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Bug fixes, updates, and monitoring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8179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Implementation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68772"/>
            <a:ext cx="5194622" cy="29435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92713" y="1070521"/>
            <a:ext cx="265993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Development Process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992713" y="1365498"/>
            <a:ext cx="2659931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application was built iteratively, with features developed in sprints. Each module was reviewed, tested, and merged via GitHub pull requests to maintain code quality.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992713" y="2194917"/>
            <a:ext cx="265993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Highlights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992713" y="2489895"/>
            <a:ext cx="2659931" cy="1378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Modular component architecture for scalability</a:t>
            </a:r>
            <a:endParaRPr lang="en-US" sz="950" dirty="0"/>
          </a:p>
          <a:p>
            <a:pPr algn="l" marL="193040" indent="-193040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RESTful API design for back-end communication</a:t>
            </a:r>
            <a:endParaRPr lang="en-US" sz="950" dirty="0"/>
          </a:p>
          <a:p>
            <a:pPr algn="l" marL="193040" indent="-193040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Consistent commit history on GitHub</a:t>
            </a:r>
            <a:endParaRPr lang="en-US" sz="950" dirty="0"/>
          </a:p>
          <a:p>
            <a:pPr algn="l" marL="193040" indent="-193040">
              <a:lnSpc>
                <a:spcPct val="124000"/>
              </a:lnSpc>
              <a:buSzPct val="100000"/>
              <a:buChar char="•"/>
            </a:pPr>
            <a:r>
              <a:rPr lang="en-US" sz="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Code reviews aligned with ApexPlanet standards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992713" y="3985840"/>
            <a:ext cx="2659931" cy="611684"/>
          </a:xfrm>
          <a:prstGeom prst="roundRect">
            <a:avLst>
              <a:gd name="adj" fmla="val 2988"/>
            </a:avLst>
          </a:prstGeom>
          <a:solidFill>
            <a:srgbClr val="022349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4529" y="4155281"/>
            <a:ext cx="152251" cy="1218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88596" y="4110484"/>
            <a:ext cx="2142232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Repository: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github.com/[your-username]/[project-repo]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12700"/>
            <a:ext cx="4722763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Results &amp; Output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496119" y="866329"/>
            <a:ext cx="4722763" cy="321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5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100%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496119" y="1286842"/>
            <a:ext cx="4722763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Features Delivered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96119" y="1479277"/>
            <a:ext cx="472276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All planned features implemented and verified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496119" y="1793453"/>
            <a:ext cx="4722763" cy="321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5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5+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496119" y="2213967"/>
            <a:ext cx="4722763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Modules Built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96119" y="2406402"/>
            <a:ext cx="472276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Independent, testable components in the app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96119" y="2720578"/>
            <a:ext cx="4722763" cy="321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5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496119" y="3141092"/>
            <a:ext cx="4722763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Critical Bugs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96119" y="3333527"/>
            <a:ext cx="472276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Zero critical issues at final deployment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96119" y="3647703"/>
            <a:ext cx="4722763" cy="321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5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2500" dirty="0"/>
          </a:p>
        </p:txBody>
      </p:sp>
      <p:sp>
        <p:nvSpPr>
          <p:cNvPr id="14" name="Text 11"/>
          <p:cNvSpPr/>
          <p:nvPr/>
        </p:nvSpPr>
        <p:spPr>
          <a:xfrm>
            <a:off x="496119" y="4068217"/>
            <a:ext cx="4722763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GitHub Repo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96119" y="4260652"/>
            <a:ext cx="472276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Fully documented, version-controlled project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96119" y="4467597"/>
            <a:ext cx="4722763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final application passed all functional and integration tests. The UI renders correctly across all target devices, and the back-end handles edge cases gracefully.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Challenges &amp; Learning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074738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Skills Gained</a:t>
            </a:r>
            <a:endParaRPr lang="en-US" sz="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3295" y="2234878"/>
            <a:ext cx="109612" cy="1096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03440" y="2231306"/>
            <a:ext cx="374920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Full-Stack Development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End-to-end application building</a:t>
            </a:r>
            <a:endParaRPr lang="en-US" sz="5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3295" y="2533129"/>
            <a:ext cx="109612" cy="10961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903440" y="2529557"/>
            <a:ext cx="374920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Collaborative Coding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Git workflows and code reviews</a:t>
            </a:r>
            <a:endParaRPr lang="en-US" sz="5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93295" y="2831381"/>
            <a:ext cx="109612" cy="10961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903440" y="2827809"/>
            <a:ext cx="374920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Problem Solving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Debugging under real constraints</a:t>
            </a:r>
            <a:endParaRPr lang="en-US" sz="5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93295" y="3129632"/>
            <a:ext cx="109612" cy="10961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903440" y="3126060"/>
            <a:ext cx="374920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Professional Standards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Writing clean, maintainable code</a:t>
            </a:r>
            <a:endParaRPr lang="en-US" sz="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28402"/>
            <a:ext cx="4722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Conclusion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3925119" y="1004441"/>
            <a:ext cx="2303190" cy="1535609"/>
          </a:xfrm>
          <a:prstGeom prst="roundRect">
            <a:avLst>
              <a:gd name="adj" fmla="val 1255"/>
            </a:avLst>
          </a:prstGeom>
          <a:solidFill>
            <a:srgbClr val="464342"/>
          </a:solidFill>
          <a:ln w="14288">
            <a:solidFill>
              <a:srgbClr val="504D4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67845" y="1147167"/>
            <a:ext cx="2017737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Project Summary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067845" y="1417662"/>
            <a:ext cx="2017737" cy="9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 fully functional web application built from concept to deployment, demonstrating practical software engineering skills in a real-world context.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344692" y="1004441"/>
            <a:ext cx="2303190" cy="1535609"/>
          </a:xfrm>
          <a:prstGeom prst="roundRect">
            <a:avLst>
              <a:gd name="adj" fmla="val 1255"/>
            </a:avLst>
          </a:prstGeom>
          <a:solidFill>
            <a:srgbClr val="464342"/>
          </a:solidFill>
          <a:ln w="14288">
            <a:solidFill>
              <a:srgbClr val="504D4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87418" y="1147167"/>
            <a:ext cx="2017737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Learnings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87418" y="1417662"/>
            <a:ext cx="2017737" cy="9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Hands-on experience with Python, JavaScript, responsive design, version control, and agile development workflows at ApexPlanet.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925119" y="2656433"/>
            <a:ext cx="4722763" cy="947812"/>
          </a:xfrm>
          <a:prstGeom prst="roundRect">
            <a:avLst>
              <a:gd name="adj" fmla="val 2033"/>
            </a:avLst>
          </a:prstGeom>
          <a:solidFill>
            <a:srgbClr val="464342"/>
          </a:solidFill>
          <a:ln w="14288">
            <a:solidFill>
              <a:srgbClr val="504D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67845" y="2799159"/>
            <a:ext cx="4437311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Future Improvements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067845" y="3069654"/>
            <a:ext cx="4437311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Add authentication, expand test coverage, integrate a database, and explore cloud deployment for scalability.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925119" y="3735214"/>
            <a:ext cx="14288" cy="653728"/>
          </a:xfrm>
          <a:prstGeom prst="roundRect">
            <a:avLst>
              <a:gd name="adj" fmla="val 59998"/>
            </a:avLst>
          </a:prstGeom>
          <a:solidFill>
            <a:srgbClr val="C49F8C"/>
          </a:solidFill>
          <a:ln/>
        </p:spPr>
      </p:sp>
      <p:sp>
        <p:nvSpPr>
          <p:cNvPr id="14" name="Text 11"/>
          <p:cNvSpPr/>
          <p:nvPr/>
        </p:nvSpPr>
        <p:spPr>
          <a:xfrm>
            <a:off x="4117777" y="3866183"/>
            <a:ext cx="4530105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Thank you for your time and attention. I welcome any questions or feedback on this project.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925119" y="4519985"/>
            <a:ext cx="1923827" cy="195114"/>
          </a:xfrm>
          <a:prstGeom prst="roundRect">
            <a:avLst>
              <a:gd name="adj" fmla="val 7902"/>
            </a:avLst>
          </a:prstGeom>
          <a:solidFill>
            <a:srgbClr val="33221A"/>
          </a:solidFill>
          <a:ln/>
        </p:spPr>
      </p:sp>
      <p:sp>
        <p:nvSpPr>
          <p:cNvPr id="16" name="Text 13"/>
          <p:cNvSpPr/>
          <p:nvPr/>
        </p:nvSpPr>
        <p:spPr>
          <a:xfrm>
            <a:off x="4002137" y="4558457"/>
            <a:ext cx="2226990" cy="118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APEXPLANET SOFTWARE PVT. LTD.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913165" y="4519985"/>
            <a:ext cx="2328937" cy="195114"/>
          </a:xfrm>
          <a:prstGeom prst="roundRect">
            <a:avLst>
              <a:gd name="adj" fmla="val 7902"/>
            </a:avLst>
          </a:prstGeom>
          <a:noFill/>
          <a:ln w="4763">
            <a:solidFill>
              <a:srgbClr val="C49F8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90183" y="4558457"/>
            <a:ext cx="2632100" cy="118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C49F8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INTERNSHIP TASK 5 — CAPSTONE PROJECT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2026-07-10T15:41:33Z</dcterms:created>
  <dcterms:modified xsi:type="dcterms:W3CDTF">2026-07-10T15:41:33Z</dcterms:modified>
</cp:coreProperties>
</file>